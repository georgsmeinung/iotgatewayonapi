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F3E6-D9B5-4AFB-BD1F-B73425281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83187-0D86-4652-A209-D0006647C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1C857-0394-40C8-9BF2-4F56BC58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2AFA-F2FC-4CAC-8BFB-34C8D566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47ABF-4C13-454A-AD48-DEE9842C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4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C8747-4730-4710-B0A2-DB3E7884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B43A-5926-4044-AF91-504C7053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3A885-E8B1-49C2-91E7-E47381C7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9B062-2498-4D3F-A83C-04318316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D4321-6CA2-4887-A0ED-4BF973AA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0092-2AA3-44C2-83F7-259F4E63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4473E-7224-4E5B-A914-4D1EA1029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0ECF7-CD40-4EC3-8C2F-6589F752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DE4EE-1BF2-470E-A5DA-67E34313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887BC-841F-4964-9924-F3DB00F1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7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26AD-BEE4-4928-8FF8-1BCBAEEA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7D9DB-39F9-4900-A9EC-EEEDC2818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5E864-ACF3-47CB-9EE9-B920ACEF9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7B244-B549-4C09-96C7-C48A4B38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E8A32-3572-44F3-91B2-4C9C95C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68ACB-E736-4842-9B45-56A1B54D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49EC-AF6A-4E4D-8B60-C8DD70D4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A0A28-E362-4B75-944C-6BAC53472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21E5F-2ABC-4FB5-AE17-1B28D934F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09085-1AFC-40E6-BFC8-FFB6CBF52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2917E-4C88-4D50-BB40-D3F5F78FC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EB644-A646-48E7-9A03-0CB6BC3D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494F9-AAB1-4A1A-BFC6-4EADBBEC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F1203-8C5D-4A77-BEA2-372394DB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8D338-38A1-44BF-97EB-4C2FC2B5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85789-17A5-4A47-9EE5-92C8BC6F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65F79-3D88-4BDE-A74D-E267EEF2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587BF-7D73-4039-A1A5-1DEEC098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2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9A6D8-662E-4C46-97FB-CF41A847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99FD4-C5EC-40BE-8475-572F0253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4515-5C9D-44C9-B885-0918EE19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3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C463-B905-4AB5-B234-DB375548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31EB-D7DF-4A8F-8BE6-4666D5846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E8E41-83FD-4CE2-A94E-96C9880F3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570E3-D044-434E-91E0-8C84DBD0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728C2-508B-4C0F-B53F-216A4141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2C08E-647D-484D-A447-0FD0B41E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9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6399-D165-4CC3-B4F4-BDEDC37F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F9E4D-BA7F-4D7B-A4C6-776B6F5AB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C80B4-6652-4D4D-A322-423DFB075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107D7-155C-4D96-9A52-38477594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1E71B-DC85-4D0E-A1B0-BE9DF089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E2D04-FFA9-4D13-841E-211FDD5F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4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0B76-E23E-4E00-BB38-393FC25F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DB2F6-6BCD-47D3-9F86-522BCA25C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1C934-54AD-47ED-814A-F6A9682D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00560-33B4-44B6-BADF-D00178F60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FAE44-9306-41A8-B26C-A656AF32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8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755C9-4825-48CD-939C-B3E56794E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53622-75EA-4C31-91AF-86A2D0CD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B97EF-B413-431D-97B6-1486FDD4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611F-C854-4405-8742-B82EED6F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83B0-EB28-4A65-9029-28BE5DC1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0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E65C9-0AEE-4C96-BCD4-FE714FC6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84088-B87D-4610-98DE-5B36CB0DB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32B38-0A09-468B-B199-74B77440E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9494C-54D2-45D0-8690-C2E8A7AA72F1}" type="datetimeFigureOut">
              <a:rPr lang="en-US" smtClean="0"/>
              <a:t>11/24/2019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9DA2-CE61-478B-922C-E14752D87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F30AB-08D3-41D8-AF8E-9ED4152C7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249A5-7DF5-44F2-9B62-911697D8B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8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EB94E1-E723-433D-9534-84D32D46C008}"/>
              </a:ext>
            </a:extLst>
          </p:cNvPr>
          <p:cNvSpPr/>
          <p:nvPr/>
        </p:nvSpPr>
        <p:spPr>
          <a:xfrm>
            <a:off x="895929" y="500561"/>
            <a:ext cx="7185890" cy="26813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s-AR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Raspberry Pi Zero W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1C554E-BAD3-4B6E-9448-763B14D3E962}"/>
              </a:ext>
            </a:extLst>
          </p:cNvPr>
          <p:cNvSpPr/>
          <p:nvPr/>
        </p:nvSpPr>
        <p:spPr>
          <a:xfrm>
            <a:off x="2193637" y="3927772"/>
            <a:ext cx="2124363" cy="76661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/>
                </a:solidFill>
              </a:rPr>
              <a:t>Ethernet </a:t>
            </a:r>
            <a:r>
              <a:rPr lang="es-AR" dirty="0" err="1">
                <a:solidFill>
                  <a:schemeClr val="tx1"/>
                </a:solidFill>
              </a:rPr>
              <a:t>Switch</a:t>
            </a:r>
            <a:r>
              <a:rPr lang="es-AR" dirty="0">
                <a:solidFill>
                  <a:schemeClr val="tx1"/>
                </a:solidFill>
              </a:rPr>
              <a:t>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38D403-EEAE-43D6-835D-373AC3B11E33}"/>
              </a:ext>
            </a:extLst>
          </p:cNvPr>
          <p:cNvSpPr/>
          <p:nvPr/>
        </p:nvSpPr>
        <p:spPr>
          <a:xfrm>
            <a:off x="909784" y="5631872"/>
            <a:ext cx="2124363" cy="76661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WiFi </a:t>
            </a:r>
            <a:r>
              <a:rPr lang="es-AR" dirty="0" err="1">
                <a:solidFill>
                  <a:schemeClr val="tx1"/>
                </a:solidFill>
              </a:rPr>
              <a:t>Router</a:t>
            </a:r>
            <a:r>
              <a:rPr lang="es-AR" dirty="0">
                <a:solidFill>
                  <a:schemeClr val="tx1"/>
                </a:solidFill>
              </a:rPr>
              <a:t>         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76BD2C-75F7-4048-AF2A-460024671203}"/>
              </a:ext>
            </a:extLst>
          </p:cNvPr>
          <p:cNvSpPr/>
          <p:nvPr/>
        </p:nvSpPr>
        <p:spPr>
          <a:xfrm>
            <a:off x="4936838" y="3745354"/>
            <a:ext cx="3144980" cy="14039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Arduino Uno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E64804-BFA6-422D-BF5F-2B4E19E0A6B2}"/>
              </a:ext>
            </a:extLst>
          </p:cNvPr>
          <p:cNvSpPr/>
          <p:nvPr/>
        </p:nvSpPr>
        <p:spPr>
          <a:xfrm>
            <a:off x="5213928" y="3932391"/>
            <a:ext cx="1833417" cy="76661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>
                <a:solidFill>
                  <a:schemeClr val="tx1"/>
                </a:solidFill>
              </a:rPr>
              <a:t>Shield</a:t>
            </a:r>
            <a:r>
              <a:rPr lang="es-AR" dirty="0">
                <a:solidFill>
                  <a:schemeClr val="tx1"/>
                </a:solidFill>
              </a:rPr>
              <a:t> Ethernet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E54443F-C45D-46E5-87F4-436A96425F93}"/>
              </a:ext>
            </a:extLst>
          </p:cNvPr>
          <p:cNvSpPr/>
          <p:nvPr/>
        </p:nvSpPr>
        <p:spPr>
          <a:xfrm>
            <a:off x="8700654" y="3927772"/>
            <a:ext cx="2124363" cy="76661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Sensor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3A7CDA-1272-4F15-A8F7-FFC9BAEB75BA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8081818" y="4311081"/>
            <a:ext cx="6188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B6076C-A824-493B-9685-4B541BA43AD7}"/>
              </a:ext>
            </a:extLst>
          </p:cNvPr>
          <p:cNvCxnSpPr>
            <a:cxnSpLocks/>
            <a:stCxn id="55" idx="1"/>
            <a:endCxn id="7" idx="3"/>
          </p:cNvCxnSpPr>
          <p:nvPr/>
        </p:nvCxnSpPr>
        <p:spPr>
          <a:xfrm flipH="1" flipV="1">
            <a:off x="4318000" y="4311081"/>
            <a:ext cx="895928" cy="46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324CFA70-92F0-4CE1-9D9C-8127043C82D2}"/>
              </a:ext>
            </a:extLst>
          </p:cNvPr>
          <p:cNvSpPr/>
          <p:nvPr/>
        </p:nvSpPr>
        <p:spPr>
          <a:xfrm>
            <a:off x="2604655" y="2219041"/>
            <a:ext cx="1302328" cy="741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OTG Ethernet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A1034E-1BA2-420D-9DF7-0BE409178566}"/>
              </a:ext>
            </a:extLst>
          </p:cNvPr>
          <p:cNvCxnSpPr>
            <a:cxnSpLocks/>
            <a:stCxn id="58" idx="2"/>
            <a:endCxn id="7" idx="0"/>
          </p:cNvCxnSpPr>
          <p:nvPr/>
        </p:nvCxnSpPr>
        <p:spPr>
          <a:xfrm>
            <a:off x="3255819" y="2960261"/>
            <a:ext cx="0" cy="967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A587D2C-B103-49FF-92F0-FCF8A16C5E93}"/>
              </a:ext>
            </a:extLst>
          </p:cNvPr>
          <p:cNvSpPr/>
          <p:nvPr/>
        </p:nvSpPr>
        <p:spPr>
          <a:xfrm>
            <a:off x="1184570" y="2219041"/>
            <a:ext cx="1140688" cy="741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WiFi Module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423B6DE-4B69-462B-9498-37C751436C7C}"/>
              </a:ext>
            </a:extLst>
          </p:cNvPr>
          <p:cNvCxnSpPr>
            <a:cxnSpLocks/>
            <a:stCxn id="66" idx="2"/>
          </p:cNvCxnSpPr>
          <p:nvPr/>
        </p:nvCxnSpPr>
        <p:spPr>
          <a:xfrm flipH="1">
            <a:off x="1722586" y="2960261"/>
            <a:ext cx="32328" cy="268137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A83CA903-33B8-4C2C-851C-44BE2083E726}"/>
              </a:ext>
            </a:extLst>
          </p:cNvPr>
          <p:cNvSpPr/>
          <p:nvPr/>
        </p:nvSpPr>
        <p:spPr>
          <a:xfrm>
            <a:off x="4936838" y="5552208"/>
            <a:ext cx="3144980" cy="9259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</a:t>
            </a:r>
            <a:r>
              <a:rPr lang="es-AR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NodeMCU</a:t>
            </a: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A5FEFB2-250D-4C34-A89D-339354A7B923}"/>
              </a:ext>
            </a:extLst>
          </p:cNvPr>
          <p:cNvSpPr/>
          <p:nvPr/>
        </p:nvSpPr>
        <p:spPr>
          <a:xfrm>
            <a:off x="8700654" y="5631872"/>
            <a:ext cx="2124364" cy="76661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Actuador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3108A66-7469-4FD3-A793-978584789353}"/>
              </a:ext>
            </a:extLst>
          </p:cNvPr>
          <p:cNvCxnSpPr>
            <a:cxnSpLocks/>
            <a:stCxn id="75" idx="1"/>
            <a:endCxn id="74" idx="3"/>
          </p:cNvCxnSpPr>
          <p:nvPr/>
        </p:nvCxnSpPr>
        <p:spPr>
          <a:xfrm flipH="1">
            <a:off x="8081818" y="6015181"/>
            <a:ext cx="6188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035BEB2-1E67-4FE9-A64B-EC9A65F962D4}"/>
              </a:ext>
            </a:extLst>
          </p:cNvPr>
          <p:cNvCxnSpPr>
            <a:cxnSpLocks/>
            <a:stCxn id="74" idx="1"/>
            <a:endCxn id="49" idx="3"/>
          </p:cNvCxnSpPr>
          <p:nvPr/>
        </p:nvCxnSpPr>
        <p:spPr>
          <a:xfrm flipH="1">
            <a:off x="3034147" y="6015181"/>
            <a:ext cx="1902691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4C3BD54B-C1B3-4C88-A7E7-8ED7CBE687AD}"/>
              </a:ext>
            </a:extLst>
          </p:cNvPr>
          <p:cNvSpPr/>
          <p:nvPr/>
        </p:nvSpPr>
        <p:spPr>
          <a:xfrm>
            <a:off x="1184571" y="895932"/>
            <a:ext cx="2722412" cy="741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/>
                </a:solidFill>
              </a:rPr>
              <a:t>       MQTT </a:t>
            </a:r>
            <a:r>
              <a:rPr lang="es-AR" dirty="0" err="1">
                <a:solidFill>
                  <a:schemeClr val="tx1"/>
                </a:solidFill>
              </a:rPr>
              <a:t>Broker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A3D6CB-B180-45CE-950D-D3F66AA1B9BA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255819" y="1637152"/>
            <a:ext cx="0" cy="5818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7F7F1AA-2175-4F10-A929-CDA5BDC2460C}"/>
              </a:ext>
            </a:extLst>
          </p:cNvPr>
          <p:cNvCxnSpPr>
            <a:cxnSpLocks/>
          </p:cNvCxnSpPr>
          <p:nvPr/>
        </p:nvCxnSpPr>
        <p:spPr>
          <a:xfrm flipV="1">
            <a:off x="1754914" y="1637152"/>
            <a:ext cx="0" cy="5818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87CA631-C2CA-42F7-BC50-DAB581F59311}"/>
              </a:ext>
            </a:extLst>
          </p:cNvPr>
          <p:cNvSpPr/>
          <p:nvPr/>
        </p:nvSpPr>
        <p:spPr>
          <a:xfrm>
            <a:off x="4488874" y="670796"/>
            <a:ext cx="2722412" cy="119149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363"/>
            <a:r>
              <a:rPr lang="es-AR" dirty="0" err="1">
                <a:solidFill>
                  <a:schemeClr val="tx1"/>
                </a:solidFill>
              </a:rPr>
              <a:t>Node</a:t>
            </a:r>
            <a:r>
              <a:rPr lang="es-AR" dirty="0">
                <a:solidFill>
                  <a:schemeClr val="tx1"/>
                </a:solidFill>
              </a:rPr>
              <a:t>-RED</a:t>
            </a:r>
          </a:p>
          <a:p>
            <a:pPr marL="360363" defTabSz="360363"/>
            <a:r>
              <a:rPr lang="es-AR" dirty="0" err="1">
                <a:solidFill>
                  <a:schemeClr val="tx1"/>
                </a:solidFill>
              </a:rPr>
              <a:t>Dashboard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67048D6-524E-4EF5-BA5A-9C6C02DA8CCE}"/>
              </a:ext>
            </a:extLst>
          </p:cNvPr>
          <p:cNvCxnSpPr>
            <a:cxnSpLocks/>
            <a:stCxn id="96" idx="3"/>
            <a:endCxn id="101" idx="1"/>
          </p:cNvCxnSpPr>
          <p:nvPr/>
        </p:nvCxnSpPr>
        <p:spPr>
          <a:xfrm>
            <a:off x="3906983" y="1266542"/>
            <a:ext cx="5818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4296729-598F-47DE-B7DD-1C1A92197866}"/>
              </a:ext>
            </a:extLst>
          </p:cNvPr>
          <p:cNvSpPr/>
          <p:nvPr/>
        </p:nvSpPr>
        <p:spPr>
          <a:xfrm>
            <a:off x="8732983" y="895932"/>
            <a:ext cx="2722412" cy="741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/>
                </a:solidFill>
              </a:rPr>
              <a:t>       Web Browser 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52B6C78-8AA6-4B87-AFEF-40AA7C4573BF}"/>
              </a:ext>
            </a:extLst>
          </p:cNvPr>
          <p:cNvCxnSpPr>
            <a:cxnSpLocks/>
            <a:stCxn id="101" idx="3"/>
            <a:endCxn id="107" idx="1"/>
          </p:cNvCxnSpPr>
          <p:nvPr/>
        </p:nvCxnSpPr>
        <p:spPr>
          <a:xfrm>
            <a:off x="7211286" y="1266542"/>
            <a:ext cx="15216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2" descr="Image result for raspberry pi logo">
            <a:extLst>
              <a:ext uri="{FF2B5EF4-FFF2-40B4-BE49-F238E27FC236}">
                <a16:creationId xmlns:a16="http://schemas.microsoft.com/office/drawing/2014/main" id="{DEBA83B5-7AEF-40D6-A701-A7F2E2453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19109" y="2200572"/>
            <a:ext cx="553025" cy="5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hrome logo">
            <a:extLst>
              <a:ext uri="{FF2B5EF4-FFF2-40B4-BE49-F238E27FC236}">
                <a16:creationId xmlns:a16="http://schemas.microsoft.com/office/drawing/2014/main" id="{6D0DDED8-31A0-4D3A-89E2-B63088532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5437" y="1059732"/>
            <a:ext cx="413615" cy="41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node red logo">
            <a:extLst>
              <a:ext uri="{FF2B5EF4-FFF2-40B4-BE49-F238E27FC236}">
                <a16:creationId xmlns:a16="http://schemas.microsoft.com/office/drawing/2014/main" id="{66630389-E92D-48FF-BB8F-1E79C8324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301" y="1023218"/>
            <a:ext cx="486642" cy="48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14" descr="Image result for mosquitto logo">
            <a:extLst>
              <a:ext uri="{FF2B5EF4-FFF2-40B4-BE49-F238E27FC236}">
                <a16:creationId xmlns:a16="http://schemas.microsoft.com/office/drawing/2014/main" id="{3B0C89F1-D94C-425A-B391-68E96EB74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103" y="1013137"/>
            <a:ext cx="553021" cy="55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18" descr="Image result for wifi logo">
            <a:extLst>
              <a:ext uri="{FF2B5EF4-FFF2-40B4-BE49-F238E27FC236}">
                <a16:creationId xmlns:a16="http://schemas.microsoft.com/office/drawing/2014/main" id="{38399367-A511-44F0-A870-05BB0E96E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667" y="5842933"/>
            <a:ext cx="437976" cy="34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20" descr="Image result for ethernet logo">
            <a:extLst>
              <a:ext uri="{FF2B5EF4-FFF2-40B4-BE49-F238E27FC236}">
                <a16:creationId xmlns:a16="http://schemas.microsoft.com/office/drawing/2014/main" id="{47296153-1C3C-4BF8-8B8A-5CB69476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789" y="4175998"/>
            <a:ext cx="310717" cy="28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age result for arduino logo">
            <a:extLst>
              <a:ext uri="{FF2B5EF4-FFF2-40B4-BE49-F238E27FC236}">
                <a16:creationId xmlns:a16="http://schemas.microsoft.com/office/drawing/2014/main" id="{E4BC9CDC-506C-4A87-9051-B97B1A10C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430" y="4244513"/>
            <a:ext cx="589971" cy="40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Image result for nodemcu logo">
            <a:extLst>
              <a:ext uri="{FF2B5EF4-FFF2-40B4-BE49-F238E27FC236}">
                <a16:creationId xmlns:a16="http://schemas.microsoft.com/office/drawing/2014/main" id="{D74A726F-55CB-456D-9790-F981CE90B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444" y="5746809"/>
            <a:ext cx="589971" cy="53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93A4A3B7-812C-4F73-9861-9EB86D46AEF7}"/>
              </a:ext>
            </a:extLst>
          </p:cNvPr>
          <p:cNvSpPr/>
          <p:nvPr/>
        </p:nvSpPr>
        <p:spPr>
          <a:xfrm>
            <a:off x="406399" y="3457870"/>
            <a:ext cx="11379201" cy="1780841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s-AR" sz="1200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Actuadores conectados por Ethernet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A21D92F-EA40-4C38-9B72-326CE6E63B4B}"/>
              </a:ext>
            </a:extLst>
          </p:cNvPr>
          <p:cNvSpPr/>
          <p:nvPr/>
        </p:nvSpPr>
        <p:spPr>
          <a:xfrm>
            <a:off x="406399" y="5355677"/>
            <a:ext cx="11379201" cy="121754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s-AR" sz="120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Actuadores conectados por WiFi</a:t>
            </a:r>
            <a:endParaRPr lang="en-US" sz="120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BA701F0-676A-446C-8D3B-7F9AB2F9A3F9}"/>
              </a:ext>
            </a:extLst>
          </p:cNvPr>
          <p:cNvSpPr/>
          <p:nvPr/>
        </p:nvSpPr>
        <p:spPr>
          <a:xfrm>
            <a:off x="406398" y="267667"/>
            <a:ext cx="11379201" cy="3060895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s-AR" sz="120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Gateway y Tablero </a:t>
            </a:r>
            <a:r>
              <a:rPr lang="es-AR" sz="1200" dirty="0" err="1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IoT</a:t>
            </a:r>
            <a:endParaRPr lang="en-US" sz="120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017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41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Open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Jorge Nicolau</dc:creator>
  <cp:lastModifiedBy>Jorge Nicolau</cp:lastModifiedBy>
  <cp:revision>11</cp:revision>
  <dcterms:created xsi:type="dcterms:W3CDTF">2019-11-06T13:44:46Z</dcterms:created>
  <dcterms:modified xsi:type="dcterms:W3CDTF">2019-11-24T21:23:23Z</dcterms:modified>
</cp:coreProperties>
</file>